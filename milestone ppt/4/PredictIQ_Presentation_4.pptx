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35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 ·  Team 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PredictIQ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13232" y="3520440"/>
            <a:ext cx="914400" cy="0"/>
          </a:xfrm>
          <a:prstGeom prst="line">
            <a:avLst/>
          </a:prstGeom>
          <a:noFill/>
          <a:ln w="25400">
            <a:solidFill>
              <a:srgbClr val="D96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predictive-maintenance dashboard that streams live sensor data over MQTT, scores machine health in real time, alerts the team automatically, and now answers questions about its own results through a built-in assistant.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D2A22"/>
          </a:solidFill>
          <a:ln w="12700">
            <a:solidFill>
              <a:srgbClr val="4FAE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0916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V1 — feature complete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github.com/Charankumm/InfosysSpringBoard-Team-D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 with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machines don't warn you before they fail.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usually run one of two playbooks: fix it once it's broken, or service it on a fixed calendar whether it needs it or not. Neither one actually looks at what the machine is telling you.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91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46120" y="31912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it to break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29400" y="319125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+ emergency repair costs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721608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496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38496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on a fixed calendar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29400" y="38496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wastes labor on parts that were fine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379976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07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— ours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46120" y="45079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sensor data, ask it questions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45079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flagged early, explained in plain language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038344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PredictIQ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8408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live sensor data over MQTT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78408" y="22037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torque, speed, tool wear — arriving in real time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2834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failure probability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8408" y="31638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likely failure type, not just a yes/no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3794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anomalies early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" y="41239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reading crosses into outright failure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754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" y="4754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an email the moment it's critical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8408" y="50840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automatically, no one has to be watching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1874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6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PredictIQ Assistant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27648" y="22037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 panel that explains any result in plain language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28346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it all on one dashboard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27648" y="31638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score, gauge, trend, AI notes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794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27648" y="3794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 prediction history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27648" y="41239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see how a machine trended over 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4754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4754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our own local server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27648" y="50840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AI service required for the assistant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in, answer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600200" cy="1234440"/>
          </a:xfrm>
          <a:prstGeom prst="rect">
            <a:avLst/>
          </a:prstGeom>
          <a:solidFill>
            <a:srgbClr val="241811"/>
          </a:solidFill>
          <a:ln w="15875">
            <a:solidFill>
              <a:srgbClr val="D96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2587752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Sensor Feed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0664" y="306324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stream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18918" y="2884932"/>
            <a:ext cx="98755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8" name="Shape 6"/>
          <p:cNvSpPr/>
          <p:nvPr/>
        </p:nvSpPr>
        <p:spPr>
          <a:xfrm>
            <a:off x="2450592" y="2331720"/>
            <a:ext cx="141732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2587752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05456" y="3063240"/>
            <a:ext cx="1307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00830" y="2884932"/>
            <a:ext cx="98755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12" name="Shape 10"/>
          <p:cNvSpPr/>
          <p:nvPr/>
        </p:nvSpPr>
        <p:spPr>
          <a:xfrm>
            <a:off x="4032504" y="2331720"/>
            <a:ext cx="150876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587752"/>
            <a:ext cx="1399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87368" y="306324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LSTM, RF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574182" y="2884932"/>
            <a:ext cx="98755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16" name="Shape 14"/>
          <p:cNvSpPr/>
          <p:nvPr/>
        </p:nvSpPr>
        <p:spPr>
          <a:xfrm>
            <a:off x="5705856" y="2331720"/>
            <a:ext cx="160020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587752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06324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+ type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38974" y="2884932"/>
            <a:ext cx="98755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70648" y="2331720"/>
            <a:ext cx="1508760" cy="1234440"/>
          </a:xfrm>
          <a:prstGeom prst="rect">
            <a:avLst/>
          </a:prstGeom>
          <a:solidFill>
            <a:srgbClr val="000000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2587752"/>
            <a:ext cx="1399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25512" y="3063240"/>
            <a:ext cx="1399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gauge, trend, alerts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012326" y="2884932"/>
            <a:ext cx="98755" cy="128016"/>
          </a:xfrm>
          <a:prstGeom prst="rightArrow">
            <a:avLst/>
          </a:prstGeom>
          <a:solidFill>
            <a:srgbClr val="6B6D70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0" y="2331720"/>
            <a:ext cx="2057400" cy="1234440"/>
          </a:xfrm>
          <a:prstGeom prst="rect">
            <a:avLst/>
          </a:prstGeom>
          <a:solidFill>
            <a:srgbClr val="241811"/>
          </a:solidFill>
          <a:ln w="15875">
            <a:solidFill>
              <a:srgbClr val="D96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98864" y="2587752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PredictIQ Assistant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98864" y="3063240"/>
            <a:ext cx="1947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inference server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" y="4023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9D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reading streams in over MQTT, the model scores it, the dashboard shows the result, a critical score triggers an email — and the assistant sits alongside all of it, able to answer questions about any of these steps on demand.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983480"/>
            <a:ext cx="1042416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66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5486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gauge + trend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5166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5486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automatically, confirmed working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5166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26680" y="5486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results, suggests fixes, lists contacts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made 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08960" y="16916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Flask / FastAPI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157984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67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ingestion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08960" y="22677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— streams sensor readings straight into the prediction engine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734056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437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08960" y="284378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Scikit-learn, TensorFlow, XGBoost, Random Forest, LSTM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310128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98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08960" y="341985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inference server — reads live status, history &amp; contacts, no external AI service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959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08960" y="399592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JavaScript (ES6), Chart.js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462272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72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08960" y="4572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alerts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038344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480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08960" y="514807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AI4I 2020, NASA C-MAPSS, CWRU Bearing, Azure PdM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614416"/>
            <a:ext cx="101955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fed it a bad reading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C45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caught 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Low-torque input with high tool wear. The model called it correctly and flagged the exact failure mode.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52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8163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45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3649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45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100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9136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TWF — tool wear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45936" y="950976"/>
            <a:ext cx="5504688" cy="2813952"/>
          </a:xfrm>
          <a:prstGeom prst="rect">
            <a:avLst/>
          </a:prstGeom>
          <a:solidFill>
            <a:srgbClr val="000000"/>
          </a:solidFill>
          <a:ln w="12700">
            <a:solidFill>
              <a:srgbClr val="2A2E34"/>
            </a:solidFill>
            <a:prstDash val="solid"/>
          </a:ln>
        </p:spPr>
      </p:sp>
      <p:pic>
        <p:nvPicPr>
          <p:cNvPr id="16" name="Image 0" descr="/home/claude/work/critic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394960" cy="27042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3838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— dev build, Aug 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test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normal reading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 stayed quiet.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session, ordinary parameters this time. It didn't cry wolf — good sign it's actually discriminating, not just alarming.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90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probability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9535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42900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38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/ 100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21208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87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40507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none flagged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45936" y="950976"/>
            <a:ext cx="5504688" cy="2824067"/>
          </a:xfrm>
          <a:prstGeom prst="rect">
            <a:avLst/>
          </a:prstGeom>
          <a:solidFill>
            <a:srgbClr val="000000"/>
          </a:solidFill>
          <a:ln w="12700">
            <a:solidFill>
              <a:srgbClr val="2A2E34"/>
            </a:solidFill>
            <a:prstDash val="solid"/>
          </a:ln>
        </p:spPr>
      </p:sp>
      <p:pic>
        <p:nvPicPr>
          <p:cNvPr id="16" name="Image 0" descr="/home/claude/work/health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394960" cy="27143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3848195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— dev build, Aug 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need babysitting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alert email is real 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an actual inbox.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reading crosses into critical territory, the Flask backend fires an SMTP email on its own — no one has to remember to check.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90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2990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crosses the critical threshold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410712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probability, failure type, an action prompt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941064"/>
            <a:ext cx="72237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50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4050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end-to-end, confirmed live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13648" y="978408"/>
            <a:ext cx="3159850" cy="5038344"/>
          </a:xfrm>
          <a:prstGeom prst="rect">
            <a:avLst/>
          </a:prstGeom>
          <a:solidFill>
            <a:srgbClr val="000000"/>
          </a:solidFill>
          <a:ln w="12700">
            <a:solidFill>
              <a:srgbClr val="2A2E34"/>
            </a:solidFill>
            <a:prstDash val="solid"/>
          </a:ln>
        </p:spPr>
      </p:sp>
      <p:pic>
        <p:nvPicPr>
          <p:cNvPr id="16" name="Image 0" descr="/home/claude/work/emai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51560"/>
            <a:ext cx="3013546" cy="4892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this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PredictIQ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 panel built into the dashboard. It reads the live machine status, the prediction history and our saved contacts — then answers in plain language. Runs on our own local server, so there's no external AI service in the loop.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53949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154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do I fix a Tool Wear Failure?”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4655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through replace tool → check lubrication → recalibrate feed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840480"/>
            <a:ext cx="53949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931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“Who do I contact for repairs?”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42428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the right contact from saved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53949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09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“Explain the health score”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0200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the number into plain 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0216" y="1819656"/>
            <a:ext cx="5550408" cy="2665673"/>
          </a:xfrm>
          <a:prstGeom prst="rect">
            <a:avLst/>
          </a:prstGeom>
          <a:solidFill>
            <a:srgbClr val="000000"/>
          </a:solidFill>
          <a:ln w="15875">
            <a:solidFill>
              <a:srgbClr val="D9662B"/>
            </a:solidFill>
            <a:prstDash val="solid"/>
          </a:ln>
        </p:spPr>
      </p:sp>
      <p:pic>
        <p:nvPicPr>
          <p:cNvPr id="16" name="Image 0" descr="/home/claude/work/chat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5440680" cy="255594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55080" y="4558481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— dev build, Aug 12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4933385"/>
            <a:ext cx="5440680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5070545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93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external AI service — the assistant runs entirely on our own local server.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to finish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on one reading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8562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sensor reading streams in over MQTT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1901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entry needed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34440" y="2340864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323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45973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Flask backend scores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5054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failure probability and a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34440" y="2944368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updates live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gauge, trend chart, AI notes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34440" y="3547872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393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66674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reading joins prediction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7124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automatically, as it arrives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34440" y="4151376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428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2702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critical, an email goes 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3159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automatically, no one has to trigger 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34440" y="4754880"/>
            <a:ext cx="973836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8463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48737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E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is ready with answers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9194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what happened, or what to do next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is complete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we scoped for this build works end to end — streaming a live reading in over MQTT, scoring it, showing it, emailing it, and now explaining it through the assistant.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0561320" cy="310896"/>
          </a:xfrm>
          <a:prstGeom prst="rect">
            <a:avLst/>
          </a:prstGeom>
          <a:solidFill>
            <a:srgbClr val="1A1D21"/>
          </a:solidFill>
          <a:ln w="9525">
            <a:solidFill>
              <a:srgbClr val="2A2E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10561320" cy="310896"/>
          </a:xfrm>
          <a:prstGeom prst="rect">
            <a:avLst/>
          </a:prstGeom>
          <a:solidFill>
            <a:srgbClr val="4FAE83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33649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57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75888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sensor ingestion — MQTT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224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242816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backend, live API connection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79145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80974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prediction — probability + 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35838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37667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vs. critical, checked both ways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33672" y="315468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Alerts &amp; assistant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33672" y="3520440"/>
            <a:ext cx="33649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3657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62272" y="3675888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 fires automatically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33672" y="4224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62272" y="4242816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PredictIQ Assistant — local, in-dashboard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33672" y="479145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62272" y="480974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results &amp; recommends fixes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33672" y="535838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537667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up saved repair contacts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81544" y="3154680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FAE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81544" y="3520440"/>
            <a:ext cx="33649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81544" y="36576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10144" y="3675888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against a critical reading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81544" y="42245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10144" y="4242816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against a healthy reading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81544" y="479145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10144" y="4809744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stream tested live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81544" y="535838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A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10144" y="537667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tested on live queries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23262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9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Taking it beyond V1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299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to a live server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60520" y="2057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off localhost onto a hosted environment the whole team can reach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633472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persistent storage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60520" y="27706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prediction history and assistant context across sessions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346704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56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MQTT feed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60520" y="348386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from one test machine to a full fleet of sensors streaming at once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059936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96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FEF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Prescriptive recommendations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60520" y="419709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the assistant suggest the fix, not just explain the risk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773168"/>
            <a:ext cx="10332720" cy="0"/>
          </a:xfrm>
          <a:prstGeom prst="line">
            <a:avLst/>
          </a:prstGeom>
          <a:noFill/>
          <a:ln w="6350">
            <a:solidFill>
              <a:srgbClr val="2326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303520"/>
            <a:ext cx="914400" cy="0"/>
          </a:xfrm>
          <a:prstGeom prst="line">
            <a:avLst/>
          </a:prstGeom>
          <a:noFill/>
          <a:ln w="25400">
            <a:solidFill>
              <a:srgbClr val="D96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486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reading — PredictIQ, Team D, Infosys Springboard Internship Program.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852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D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github.com/Charankumm/InfosysSpringBoard-Team-D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Office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utsav Singh</cp:lastModifiedBy>
  <cp:revision>1</cp:revision>
  <dcterms:created xsi:type="dcterms:W3CDTF">2026-08-16T03:57:09Z</dcterms:created>
  <dcterms:modified xsi:type="dcterms:W3CDTF">2026-08-19T15:36:19Z</dcterms:modified>
</cp:coreProperties>
</file>